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96"/>
    <p:restoredTop sz="96029"/>
  </p:normalViewPr>
  <p:slideViewPr>
    <p:cSldViewPr snapToGrid="0" snapToObjects="1">
      <p:cViewPr varScale="1">
        <p:scale>
          <a:sx n="118" d="100"/>
          <a:sy n="118" d="100"/>
        </p:scale>
        <p:origin x="3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687BD-81A7-CB49-B1FC-B456679A4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5CC24-5BDC-8F4F-9398-501C7E6F60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7D189-489B-3641-A67A-14450AE83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35005-B3DB-D544-A8CF-AAC7B7648358}" type="datetimeFigureOut">
              <a:rPr lang="en-US" smtClean="0"/>
              <a:t>2/1/23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05BF8-23D8-654E-AF25-B691D6A84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1BD8A-8A9F-C14E-A336-F438B0E4E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3D02-2CE6-FD4C-8C8D-E64D355B0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463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C19D8-7A2B-8045-8658-4004020B9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BF5C6-A487-E34D-8DFE-AE35DDB1D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173B6-572C-D945-8844-9757C4A68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35005-B3DB-D544-A8CF-AAC7B7648358}" type="datetimeFigureOut">
              <a:rPr lang="en-US" smtClean="0"/>
              <a:t>2/1/23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871B2-3ECF-5040-A3E6-AED0CAD97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966DC-085C-4343-9383-4295514E4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3D02-2CE6-FD4C-8C8D-E64D355B0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45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51F31-6308-D543-B7BC-E053C73F1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61681-8927-6745-92BA-BDCD27CB3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5D848-17C1-8549-9799-97E7C9743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35005-B3DB-D544-A8CF-AAC7B7648358}" type="datetimeFigureOut">
              <a:rPr lang="en-US" smtClean="0"/>
              <a:t>2/1/23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4B890-1284-F744-9459-07C12D1A8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7FFC7-E15E-3449-8855-B0191955D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3D02-2CE6-FD4C-8C8D-E64D355B0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483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523D3-24CE-174F-B7B3-ECC361591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BC273-28C5-0B43-9BE2-AFB05DB17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D418FD-C3E7-5A41-ABFB-97C11E8AC3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D370A-043F-E242-9440-604DCF9E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35005-B3DB-D544-A8CF-AAC7B7648358}" type="datetimeFigureOut">
              <a:rPr lang="en-US" smtClean="0"/>
              <a:t>2/1/23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01BB5-9F28-E14E-863D-BE415A147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ACC320-0023-244A-87D7-275BEAF9F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3D02-2CE6-FD4C-8C8D-E64D355B0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830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33F42-0998-DE46-A71A-394762EB8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5BFF5-6CF0-B442-AC71-63665B7F7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1AF5A-B26C-5245-A1DF-F03538853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51D5C0-B9C5-C34D-9B69-84A3688D1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CAA6D7-6F83-444A-96D3-6B39869C6E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48D85C-6C52-E34B-9A42-9D7472BBC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35005-B3DB-D544-A8CF-AAC7B7648358}" type="datetimeFigureOut">
              <a:rPr lang="en-US" smtClean="0"/>
              <a:t>2/1/23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377516-0FD9-C249-88D3-54F3633D0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2F1C20-AA30-7A4F-91B7-FC4D80A7E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3D02-2CE6-FD4C-8C8D-E64D355B0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773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8848-E7D4-7845-9254-EB1A4BAFF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306DBC-084D-B14E-8665-D053D7724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35005-B3DB-D544-A8CF-AAC7B7648358}" type="datetimeFigureOut">
              <a:rPr lang="en-US" smtClean="0"/>
              <a:t>2/1/23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6EDB62-8031-9040-A1E0-9F25B3AF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FC9906-0EB8-7B49-BC52-C1E1FA374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3D02-2CE6-FD4C-8C8D-E64D355B0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785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4CEAE5-00D9-B440-80BF-102C87548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35005-B3DB-D544-A8CF-AAC7B7648358}" type="datetimeFigureOut">
              <a:rPr lang="en-US" smtClean="0"/>
              <a:t>2/1/23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500C14-D403-5F4B-9BFA-DA10E28E3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1C0F8-BA72-6B40-8305-3ECBEA8C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3D02-2CE6-FD4C-8C8D-E64D355B0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092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F8875-E5C2-B54E-A376-773A08B6A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05328-C9CF-2644-8CF8-9806CCBA8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435904-27C2-C24D-BE1F-6FF1C9669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6AD2E-400C-3044-A8B5-64CD3D1CA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35005-B3DB-D544-A8CF-AAC7B7648358}" type="datetimeFigureOut">
              <a:rPr lang="en-US" smtClean="0"/>
              <a:t>2/1/23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F52A1-8859-DB45-9E85-B46AD6090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7EF66B-1C8C-2248-9976-F1DA9EB80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3D02-2CE6-FD4C-8C8D-E64D355B0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427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3859D-3427-1542-A620-5B2E4ECA2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56FD7D-0FB0-314F-9ED8-CE02539668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A9EBAB-1288-9F4B-A2B8-167CA8A35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53704-0D37-C246-B4B1-CE7930255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35005-B3DB-D544-A8CF-AAC7B7648358}" type="datetimeFigureOut">
              <a:rPr lang="en-US" smtClean="0"/>
              <a:t>2/1/23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65F5F-3276-3243-AF53-D823C918C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A1F2F-7A02-D249-9C56-521482BBE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3D02-2CE6-FD4C-8C8D-E64D355B0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427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077C6-B8A2-5444-86C9-54B55FD4F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35413-AF4C-E340-B1BC-4FBA7F762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6BDE4-8EE9-9246-A614-C8D190135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35005-B3DB-D544-A8CF-AAC7B7648358}" type="datetimeFigureOut">
              <a:rPr lang="en-US" smtClean="0"/>
              <a:t>2/1/23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F45D3-5AB8-6E4F-AD5E-296326A8F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CC4DC-B04C-7249-ABE9-746A21C4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3D02-2CE6-FD4C-8C8D-E64D355B0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00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621056-CD9C-7842-A883-52531F9EAA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74A5CD-9579-8A4D-87BE-62F5443FF9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D573A-68C6-0B4A-8293-EACB275D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35005-B3DB-D544-A8CF-AAC7B7648358}" type="datetimeFigureOut">
              <a:rPr lang="en-US" smtClean="0"/>
              <a:t>2/1/23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498FE-A120-424C-9E53-F724F0F6A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F5D93-0F12-6343-BCEF-1D57A5B22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3D02-2CE6-FD4C-8C8D-E64D355B0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358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35620A-EC34-494C-ADB4-4C1A37D99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BF06A-47A8-B146-8204-E493FF4FA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EC28E-8890-DD4D-8BAD-8153A8BA4F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35005-B3DB-D544-A8CF-AAC7B7648358}" type="datetimeFigureOut">
              <a:rPr lang="en-US" smtClean="0"/>
              <a:t>2/1/23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CA92A-5D91-1744-9E22-E98DB0AFEE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33E9D-597B-8D4D-B637-3FC1936F6D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C3D02-2CE6-FD4C-8C8D-E64D355B0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860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23C11-4E13-524B-9130-0EABA6CF38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Proposal Workshop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F54934-8C97-9D47-9CC6-8AC55AB668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307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9D987-32DB-1B46-9868-5B969E8F8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7D650-94FD-8744-B05E-7106F1EC7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Potential Outcomes and Causal Inference</a:t>
            </a:r>
          </a:p>
          <a:p>
            <a:r>
              <a:rPr lang="en-US" dirty="0"/>
              <a:t>Project Workshop</a:t>
            </a:r>
          </a:p>
        </p:txBody>
      </p:sp>
    </p:spTree>
    <p:extLst>
      <p:ext uri="{BB962C8B-B14F-4D97-AF65-F5344CB8AC3E}">
        <p14:creationId xmlns:p14="http://schemas.microsoft.com/office/powerpoint/2010/main" val="2665167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AE1FF-C25D-B740-81EA-0A61B731D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causality?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E4AF4-1E35-D445-A4C7-448815C5A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short: if x hadn’t happened, y wouldn’t have happened.</a:t>
            </a:r>
          </a:p>
          <a:p>
            <a:r>
              <a:rPr lang="en-US" dirty="0"/>
              <a:t>Not the same as x predicting y.</a:t>
            </a:r>
          </a:p>
        </p:txBody>
      </p:sp>
    </p:spTree>
    <p:extLst>
      <p:ext uri="{BB962C8B-B14F-4D97-AF65-F5344CB8AC3E}">
        <p14:creationId xmlns:p14="http://schemas.microsoft.com/office/powerpoint/2010/main" val="2709490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5F02A-94CA-6443-8A19-BFEEF73B4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6684B-AC5D-D146-9017-08D83798C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compare two states of the world:</a:t>
            </a:r>
          </a:p>
          <a:p>
            <a:pPr lvl="1"/>
            <a:r>
              <a:rPr lang="en-US" dirty="0"/>
              <a:t>Individual is treated</a:t>
            </a:r>
          </a:p>
          <a:p>
            <a:pPr lvl="1"/>
            <a:r>
              <a:rPr lang="en-US" dirty="0"/>
              <a:t>Individual is not treated</a:t>
            </a:r>
          </a:p>
          <a:p>
            <a:r>
              <a:rPr lang="en-US" dirty="0"/>
              <a:t>In reality, we can only ever observe one outcome</a:t>
            </a:r>
          </a:p>
          <a:p>
            <a:r>
              <a:rPr lang="en-US" dirty="0"/>
              <a:t>We always lack data on the </a:t>
            </a:r>
            <a:r>
              <a:rPr lang="en-US" i="1" dirty="0"/>
              <a:t>counterfactual</a:t>
            </a:r>
          </a:p>
        </p:txBody>
      </p:sp>
    </p:spTree>
    <p:extLst>
      <p:ext uri="{BB962C8B-B14F-4D97-AF65-F5344CB8AC3E}">
        <p14:creationId xmlns:p14="http://schemas.microsoft.com/office/powerpoint/2010/main" val="2735089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D5254-A22F-5D47-A169-55B675402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Treatment Effects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957729-D1A9-CB4C-9B87-26CCDCF7DF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/>
                  <a:t>: individual </a:t>
                </a:r>
                <a:r>
                  <a:rPr lang="en-US" i="1" dirty="0" err="1"/>
                  <a:t>i</a:t>
                </a:r>
                <a:r>
                  <a:rPr lang="en-US" dirty="0"/>
                  <a:t> received treatment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dirty="0"/>
                  <a:t>: individual </a:t>
                </a:r>
                <a:r>
                  <a:rPr lang="en-US" i="1" dirty="0" err="1"/>
                  <a:t>i</a:t>
                </a:r>
                <a:r>
                  <a:rPr lang="en-US" dirty="0"/>
                  <a:t> did not receive treatment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what actually happened</a:t>
                </a:r>
              </a:p>
              <a:p>
                <a:r>
                  <a:rPr lang="en-US" dirty="0"/>
                  <a:t>Let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if received treatment, 0 otherwise. Then: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treatment effect is equal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957729-D1A9-CB4C-9B87-26CCDCF7DF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0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1655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507CB-BD49-AF4C-9503-A2402B544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Treatment Effects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F8BD0F-0AA1-5C41-BF9E-EA23405EE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Most treatments do not affect every individual identically.</a:t>
                </a:r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𝐴𝑇𝐸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]−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But we can never observe that. Why?</a:t>
                </a:r>
              </a:p>
              <a:p>
                <a:pPr marL="0" indent="0">
                  <a:buNone/>
                </a:pPr>
                <a:r>
                  <a:rPr lang="en-US" dirty="0"/>
                  <a:t>Instead, we can try for the Average Treatment Effect on Treated (ATT)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𝐴𝑇𝑇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Still unknowable…</a:t>
                </a:r>
              </a:p>
              <a:p>
                <a:pPr marL="0" indent="0">
                  <a:buNone/>
                </a:pPr>
                <a:r>
                  <a:rPr lang="en-US" dirty="0"/>
                  <a:t>Also define Average Treatment Effect on Untreated</a:t>
                </a:r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𝐴𝑇𝑈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=0]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F8BD0F-0AA1-5C41-BF9E-EA23405EE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6376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C6DC8-D609-8D4F-8D01-70C4604DA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we do?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E8307C-49E4-C04F-8A4A-B12B38CA64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How about a difference in means between treated and untreated?</a:t>
                </a: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∑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=1)−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∑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=0)=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]−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d>
                        <m:dPr>
                          <m:begChr m:val="|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𝐴𝑇𝑇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𝐴𝑇𝑈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share treated.</a:t>
                </a:r>
              </a:p>
              <a:p>
                <a:pPr marL="0" indent="0">
                  <a:buNone/>
                </a:pPr>
                <a:r>
                  <a:rPr lang="en-US" dirty="0"/>
                  <a:t>Difference in Means = ATT </a:t>
                </a:r>
              </a:p>
              <a:p>
                <a:pPr marL="3200400" lvl="7" indent="0">
                  <a:buNone/>
                </a:pPr>
                <a:r>
                  <a:rPr lang="en-US" dirty="0"/>
                  <a:t>+ Selection Bias </a:t>
                </a:r>
              </a:p>
              <a:p>
                <a:pPr marL="3200400" lvl="7" indent="0">
                  <a:buNone/>
                </a:pPr>
                <a:r>
                  <a:rPr lang="en-US" dirty="0"/>
                  <a:t>+ Heterogeneous Treatment Effect Bias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E8307C-49E4-C04F-8A4A-B12B38CA64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2013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502C-A0B3-634D-A45C-DCBC887C8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Identification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06BFA-71DC-9E4D-BC60-03D601A73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eliminate</a:t>
            </a:r>
          </a:p>
          <a:p>
            <a:pPr lvl="1"/>
            <a:r>
              <a:rPr lang="en-US" dirty="0"/>
              <a:t>Selection Bias</a:t>
            </a:r>
          </a:p>
          <a:p>
            <a:pPr lvl="1"/>
            <a:r>
              <a:rPr lang="en-US" dirty="0"/>
              <a:t>Heterogenous Treatment Effect Bias</a:t>
            </a:r>
          </a:p>
          <a:p>
            <a:r>
              <a:rPr lang="en-US" dirty="0"/>
              <a:t>We tend to focus on the first.</a:t>
            </a:r>
          </a:p>
        </p:txBody>
      </p:sp>
    </p:spTree>
    <p:extLst>
      <p:ext uri="{BB962C8B-B14F-4D97-AF65-F5344CB8AC3E}">
        <p14:creationId xmlns:p14="http://schemas.microsoft.com/office/powerpoint/2010/main" val="800397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1288-84A7-E44C-9BCD-E87A09E55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 Workshop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30005-9E19-354E-9953-E3A1C62F1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83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77C1D-EB28-1F4A-A15A-B5658F8D9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 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FC39E-0C3A-2544-B711-9FFA04DAF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40 min: Create a slide or slide(s) based on your project idea. Begin working on a proposal if you’re ready. Try to be detailed but succinct.</a:t>
            </a:r>
          </a:p>
          <a:p>
            <a:pPr lvl="1"/>
            <a:r>
              <a:rPr lang="en-US" dirty="0"/>
              <a:t>Make your slides here: https://</a:t>
            </a:r>
            <a:r>
              <a:rPr lang="en-US" dirty="0" err="1"/>
              <a:t>tinyurl.com</a:t>
            </a:r>
            <a:r>
              <a:rPr lang="en-US" dirty="0"/>
              <a:t>/692proposal </a:t>
            </a:r>
          </a:p>
          <a:p>
            <a:pPr lvl="1"/>
            <a:r>
              <a:rPr lang="en-US" dirty="0"/>
              <a:t>40 min: In groups of ~4, share your slides with the group. Spend ten minutes discussing each member’s proposal.</a:t>
            </a:r>
          </a:p>
          <a:p>
            <a:r>
              <a:rPr lang="en-US" dirty="0"/>
              <a:t>10 min: refine your slides for presenting to the class.</a:t>
            </a:r>
          </a:p>
          <a:p>
            <a:r>
              <a:rPr lang="en-US" dirty="0"/>
              <a:t>After a short break, you’ll each do lightning (~2 min) presentation to the larger class on your idea.</a:t>
            </a:r>
          </a:p>
          <a:p>
            <a:r>
              <a:rPr lang="en-US" dirty="0"/>
              <a:t>Upload your slide to canvas.</a:t>
            </a:r>
          </a:p>
        </p:txBody>
      </p:sp>
    </p:spTree>
    <p:extLst>
      <p:ext uri="{BB962C8B-B14F-4D97-AF65-F5344CB8AC3E}">
        <p14:creationId xmlns:p14="http://schemas.microsoft.com/office/powerpoint/2010/main" val="16625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304B1-2CF6-A047-8A18-1E41FBB60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your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60AE2-6102-9042-B0C3-6D3865E12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are you at on choosing a project?</a:t>
            </a:r>
          </a:p>
          <a:p>
            <a:r>
              <a:rPr lang="en-US" dirty="0"/>
              <a:t>What are your current ideas?</a:t>
            </a:r>
          </a:p>
          <a:p>
            <a:r>
              <a:rPr lang="en-US" dirty="0"/>
              <a:t>Provide feedback one-by-one. Try to narrow to a single topic.</a:t>
            </a:r>
          </a:p>
          <a:p>
            <a:r>
              <a:rPr lang="en-US" dirty="0"/>
              <a:t>Which of the following do you think you might include?</a:t>
            </a:r>
          </a:p>
          <a:p>
            <a:pPr lvl="1"/>
            <a:r>
              <a:rPr lang="en-US" dirty="0"/>
              <a:t>Causal Inference</a:t>
            </a:r>
          </a:p>
          <a:p>
            <a:pPr lvl="1"/>
            <a:r>
              <a:rPr lang="en-US" dirty="0"/>
              <a:t>Economic Theory</a:t>
            </a:r>
          </a:p>
          <a:p>
            <a:r>
              <a:rPr lang="en-US" dirty="0"/>
              <a:t>Where do you think you might find data?</a:t>
            </a:r>
          </a:p>
        </p:txBody>
      </p:sp>
    </p:spTree>
    <p:extLst>
      <p:ext uri="{BB962C8B-B14F-4D97-AF65-F5344CB8AC3E}">
        <p14:creationId xmlns:p14="http://schemas.microsoft.com/office/powerpoint/2010/main" val="1627831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962</TotalTime>
  <Words>472</Words>
  <Application>Microsoft Macintosh PowerPoint</Application>
  <PresentationFormat>Widescreen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Proposal Workshop</vt:lpstr>
      <vt:lpstr>Today’s Agenda</vt:lpstr>
      <vt:lpstr>What is causality?</vt:lpstr>
      <vt:lpstr>Potential Outcomes</vt:lpstr>
      <vt:lpstr>Treatment Effects</vt:lpstr>
      <vt:lpstr>Average Treatment Effects</vt:lpstr>
      <vt:lpstr>What can we do?</vt:lpstr>
      <vt:lpstr>Identification Problem</vt:lpstr>
      <vt:lpstr>Proposal Workshop</vt:lpstr>
      <vt:lpstr>Proposal Workshop</vt:lpstr>
      <vt:lpstr>Update your group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Workshop</dc:title>
  <dc:creator>Microsoft Office User</dc:creator>
  <cp:lastModifiedBy>Microsoft Office User</cp:lastModifiedBy>
  <cp:revision>13</cp:revision>
  <dcterms:created xsi:type="dcterms:W3CDTF">2021-09-12T20:18:29Z</dcterms:created>
  <dcterms:modified xsi:type="dcterms:W3CDTF">2023-02-02T00:17:11Z</dcterms:modified>
</cp:coreProperties>
</file>
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4" r:id="rId16"/>
    <p:sldId id="270" r:id="rId17"/>
    <p:sldId id="271" r:id="rId18"/>
    <p:sldId id="263" r:id="rId19"/>
    <p:sldId id="27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4ZXq/3nHoYRbHw6SRJNR7pmPr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/>
    <p:restoredTop sz="94632"/>
  </p:normalViewPr>
  <p:slideViewPr>
    <p:cSldViewPr snapToGrid="0" snapToObjects="1">
      <p:cViewPr varScale="1">
        <p:scale>
          <a:sx n="111" d="100"/>
          <a:sy n="111" d="100"/>
        </p:scale>
        <p:origin x="6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10b3e5831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10b3e5831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0b3e5831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110b3e5831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0b3e5831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0b3e5831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10b3e5831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110b3e5831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0b3e5831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0b3e5831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profholian/home/da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MSAE Capstone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January 25, 2023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Overview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This course will be different from most of the others you’ve taken.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Limited lectures/ new information.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Focused on learning-by-doing.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Self-directed.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Project-centric.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Things to consider when choosing a project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kind of job do you want?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kind of skills to you want to strengthen?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Econometrics?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Economic Theory?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Coding? (Python? R? Java?)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new skills do you want to learn?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Today: working individually and groups to organize thoughts on this.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Format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Most projects will take one of two forms: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research paper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portfolio project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If you have a different proposal, feel free to discuss with 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Requirements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Answer a research question.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Incorporate tools from economics (econometrics, economic theory, or both).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Include data analysis.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0b3e5831f_0_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Brainstorm</a:t>
            </a:r>
            <a:endParaRPr/>
          </a:p>
        </p:txBody>
      </p:sp>
      <p:sp>
        <p:nvSpPr>
          <p:cNvPr id="115" name="Google Shape;115;g110b3e5831f_0_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0b3e5831f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Brainstorm</a:t>
            </a:r>
            <a:endParaRPr/>
          </a:p>
        </p:txBody>
      </p:sp>
      <p:sp>
        <p:nvSpPr>
          <p:cNvPr id="121" name="Google Shape;121;g110b3e5831f_0_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Write down for yourself answers to the following: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kind of job do you want?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kind of skills to you want to strengthen?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Econometrics?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Economic Theory?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Coding? (Python? R? Java?)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new skills do you want to learn?</a:t>
            </a:r>
            <a:endParaRPr dirty="0"/>
          </a:p>
          <a:p>
            <a:pPr marL="228600" lvl="0" indent="-165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Project ideas?</a:t>
            </a:r>
          </a:p>
          <a:p>
            <a:pPr marL="228600" lvl="0" indent="-165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Prepare to share: skill you most want to strengthen (more specific than ‘coding’ or ‘</a:t>
            </a:r>
            <a:r>
              <a:rPr lang="en-US"/>
              <a:t>data analysis’).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Project Ideas</a:t>
            </a:r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These are just ideas! You may have better ones.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CA/ SF YIMBY Proposals</a:t>
            </a:r>
            <a:endParaRPr/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Stan Oklobdzija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Database of every CEQA lawsuit since 2010.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Extracting info from complaints -&gt; network map of attorneys who file suits, or a study of which type of projects get sued?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Sonja Trauss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Relationship between parking quantities and # of households within walking distance.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much density is needed for a corner store? A church?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SF Housing Data</a:t>
            </a:r>
            <a:endParaRPr/>
          </a:p>
        </p:txBody>
      </p:sp>
      <p:sp>
        <p:nvSpPr>
          <p:cNvPr id="145" name="Google Shape;14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Peter Lorentzen obtained data on housing sales over past ~10 years.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Safegraph COVID-19 Data</a:t>
            </a:r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on human movements for studies related to COVID-19 is free for academic use until March.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 it out here: https://www.safegraph.com/covid-19-data-consortium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and the American Dream</a:t>
            </a:r>
            <a:endParaRPr/>
          </a:p>
        </p:txBody>
      </p:sp>
      <p:sp>
        <p:nvSpPr>
          <p:cNvPr id="157" name="Google Shape;15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Matthew Holian wrote a book and shared a bunch of scripts using the IPUMS-USA data: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https://sites.google.com/site/profholian/home/dad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 shares replications – you could think of other studies, make visualizations, etc.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Satellite-based Agricultural Data</a:t>
            </a:r>
            <a:endParaRPr/>
          </a:p>
        </p:txBody>
      </p:sp>
      <p:sp>
        <p:nvSpPr>
          <p:cNvPr id="163" name="Google Shape;163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78562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 use these data a lot in my research.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 linking with household surveys, can study the impact of agricultural shocks on education, health, wealth, etc.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 interesting projects have been done using computer vision to estimate poverty etc. This sort of thing could be an interesting project.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limited to agriculture! That’s just what I know best.</a:t>
            </a:r>
            <a:endParaRPr/>
          </a:p>
        </p:txBody>
      </p:sp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51021" y="1427356"/>
            <a:ext cx="4369627" cy="4594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37A1-4F70-C149-8F84-DBBD0099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Nature Conservancy Urchin Ranching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6A2A0-A0DC-EA4D-9302-21A9DA3C2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 many purple urchins are depleting kelp forests.</a:t>
            </a:r>
          </a:p>
          <a:p>
            <a:r>
              <a:rPr lang="en-US" dirty="0"/>
              <a:t>Sea star wasting disease has decimated their primary predators.</a:t>
            </a:r>
          </a:p>
          <a:p>
            <a:r>
              <a:rPr lang="en-US" dirty="0"/>
              <a:t>TNC has developed a business plan + proof of concept for urchin ranching to restore kelp beds.</a:t>
            </a:r>
          </a:p>
        </p:txBody>
      </p:sp>
    </p:spTree>
    <p:extLst>
      <p:ext uri="{BB962C8B-B14F-4D97-AF65-F5344CB8AC3E}">
        <p14:creationId xmlns:p14="http://schemas.microsoft.com/office/powerpoint/2010/main" val="409439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2F66-234C-544A-AA34-A53872163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SPOON Foundation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120F5-780E-274D-80B3-AE843F4B6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 an app that records data about babies + children, used widely in orphanages.</a:t>
            </a:r>
          </a:p>
          <a:p>
            <a:r>
              <a:rPr lang="en-US" dirty="0"/>
              <a:t>Lots of data on many outcomes – primary question: does positioning affect outcomes?</a:t>
            </a:r>
          </a:p>
        </p:txBody>
      </p:sp>
    </p:spTree>
    <p:extLst>
      <p:ext uri="{BB962C8B-B14F-4D97-AF65-F5344CB8AC3E}">
        <p14:creationId xmlns:p14="http://schemas.microsoft.com/office/powerpoint/2010/main" val="421929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 Data Sources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World Bank (Global)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 Food and Agriculture Organization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American Community Survey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Harvard Dataverse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Google Earth Engine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0b3e5831f_0_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Search</a:t>
            </a:r>
            <a:endParaRPr/>
          </a:p>
        </p:txBody>
      </p:sp>
      <p:sp>
        <p:nvSpPr>
          <p:cNvPr id="176" name="Google Shape;176;g110b3e5831f_0_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0b3e5831f_0_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 Discussions</a:t>
            </a:r>
            <a:endParaRPr/>
          </a:p>
        </p:txBody>
      </p:sp>
      <p:sp>
        <p:nvSpPr>
          <p:cNvPr id="127" name="Google Shape;127;g110b3e5831f_0_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In small groups, introduce yourselves and share your answers to each of the three questions. Ask each other follow-ups, and share ideas.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kind of job do you want?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kind of skills to you want to strengthen?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Econometrics?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Economic Theory?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Coding? (Python? R? Java?)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new skills do you want to learn?</a:t>
            </a:r>
            <a:endParaRPr dirty="0"/>
          </a:p>
          <a:p>
            <a:pPr marL="228600" lvl="0" indent="-165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Discuss project ideas: share your current best idea with classmates.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0b3e5831f_0_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Spend some time researching</a:t>
            </a:r>
            <a:endParaRPr/>
          </a:p>
        </p:txBody>
      </p:sp>
      <p:sp>
        <p:nvSpPr>
          <p:cNvPr id="182" name="Google Shape;182;g110b3e5831f_0_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Pick one or more project ideas and start investigating: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Potential Data Sources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Potential Methods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Record your ideas and what you find in canvas.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687</Words>
  <Application>Microsoft Macintosh PowerPoint</Application>
  <PresentationFormat>Widescreen</PresentationFormat>
  <Paragraphs>88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MSAE Capstone</vt:lpstr>
      <vt:lpstr>Course Overview</vt:lpstr>
      <vt:lpstr>Things to consider when choosing a project</vt:lpstr>
      <vt:lpstr>Project Format</vt:lpstr>
      <vt:lpstr>Project Requirements</vt:lpstr>
      <vt:lpstr>Project Brainstorm</vt:lpstr>
      <vt:lpstr>Brainstorm</vt:lpstr>
      <vt:lpstr>Project Ideas</vt:lpstr>
      <vt:lpstr>CA/ SF YIMBY Proposals</vt:lpstr>
      <vt:lpstr>SF Housing Data</vt:lpstr>
      <vt:lpstr>Safegraph COVID-19 Data</vt:lpstr>
      <vt:lpstr>Data and the American Dream</vt:lpstr>
      <vt:lpstr>Satellite-based Agricultural Data</vt:lpstr>
      <vt:lpstr>Nature Conservancy Urchin Ranching</vt:lpstr>
      <vt:lpstr>SPOON Foundation</vt:lpstr>
      <vt:lpstr>Other Data Sources</vt:lpstr>
      <vt:lpstr>Project Search</vt:lpstr>
      <vt:lpstr>Group Discussions</vt:lpstr>
      <vt:lpstr>Spend some time researching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MSAE Capstone</dc:title>
  <dc:creator>Microsoft Office User</dc:creator>
  <cp:lastModifiedBy>Microsoft Office User</cp:lastModifiedBy>
  <cp:revision>3</cp:revision>
  <dcterms:created xsi:type="dcterms:W3CDTF">2021-01-27T17:30:46Z</dcterms:created>
  <dcterms:modified xsi:type="dcterms:W3CDTF">2023-01-25T23:30:45Z</dcterms:modified>
</cp:coreProperties>
</file>
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3" roundtripDataSignature="AMtx7mgFGQt1k1LIovYLcjegwGsEt01P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46d9f269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46d9f26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Job Markets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Job-hunting conversation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Mock interviews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Cover Letters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Personalization does matter (sometimes). But you can’t personalize each one. Invest effort variably.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 write about specific things that interest you about the company.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Provide evidence for your assertions (about skills, interest, etc.).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Resume/ CV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people look at these very quickly. Highlight visually the most important skills/ experience. In non-academic settings, omit everything else.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side of one page is probably ideal.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Interviews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companies care about “fit” almost as much as qualifications. May be the most important factor at the final stage. Be nice to everyone.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methods that calm your nerves (deep breathing, exercise beforehand, etc).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Practice lots! Think of early interviews as practice.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Hard Questions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just about whether you know the answer. Sometimes they’re also trying to determine what it would be like to work through a problem with you.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you can’t think of the answer, ask a (smart) question.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Verbalize ideas you have. Interviewers will often help you along.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Practice writing things on a board as you go.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Job Hunting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people have to apply to dozens, and sometimes hundreds, of jobs each time they’re on the market. Especially early in their careers.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can be demoralizing! Make part of your job hunt plan a mental health plan.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Remember that hiring information is noisy, so decisions are fairly random. Numbers matter!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246d9f269a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Mock Interview</a:t>
            </a:r>
            <a:endParaRPr/>
          </a:p>
        </p:txBody>
      </p:sp>
      <p:sp>
        <p:nvSpPr>
          <p:cNvPr id="126" name="Google Shape;126;g1246d9f269a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15 minutes break/ prep time (find your resume, edit 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Share your resume with your partner and tell them about the type(s) of job you are interested in (10 mins)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Spend 10 minutes preparing interview questions for your partner.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Make up an intro based on where you are pretending to work (the company your partner wants to work at)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Generic questions (‘tell me about </a:t>
            </a:r>
            <a:r>
              <a:rPr lang="en-US"/>
              <a:t>yourself’)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Project questions (about capstone or other projects)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Technical questions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Other questions?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15 minute interview, 5 minutes feedback.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2021-11-16T01:41:18Z</dcterms:created>
  <dc:creator>Microsoft Office User</dc:creator>
</cp:coreProperties>
</file>
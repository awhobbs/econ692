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gZs5SwOGDuv8RCr1I8VCt5qfko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4099de7f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4099de7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4099de7f2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4099de7f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4099de7f2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4099de7f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4099de7f2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4099de7f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4099de7f2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c4099de7f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4099de7f2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4099de7f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4099de7f2_0_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4099de7f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c4099de7f2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c4099de7f2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4099de7f2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c4099de7f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4099de7f2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4099de7f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tinyurl.com/692proposa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Proposal Workshop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4099de7f2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Scheduling Updates</a:t>
            </a:r>
            <a:endParaRPr/>
          </a:p>
        </p:txBody>
      </p:sp>
      <p:sp>
        <p:nvSpPr>
          <p:cNvPr id="91" name="Google Shape;91;g3c4099de7f2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Next week: class on zoom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Tech Econ Seminar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March 5 (Andrey Fradkin @ Stanford)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April 2 (Zoe Hitzig @ USF)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April 30 (Ben Golub @ USF)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May 28 (TBD @ Stanford)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Today’s Agenda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makes a </a:t>
            </a:r>
            <a:r>
              <a:rPr b="1" lang="en-US"/>
              <a:t>feasible</a:t>
            </a:r>
            <a:r>
              <a:rPr lang="en-US"/>
              <a:t> capstone project?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Potential outcomes and causal inference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Research question fine-tuning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Proposal workshop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Lightning presentations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Proposal planning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4099de7f2_0_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makes a </a:t>
            </a:r>
            <a:r>
              <a:rPr b="1" lang="en-US"/>
              <a:t>feasible</a:t>
            </a:r>
            <a:r>
              <a:rPr lang="en-US"/>
              <a:t> research project?</a:t>
            </a:r>
            <a:endParaRPr/>
          </a:p>
        </p:txBody>
      </p:sp>
      <p:sp>
        <p:nvSpPr>
          <p:cNvPr id="103" name="Google Shape;103;g3c4099de7f2_0_1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93211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39285"/>
              <a:buChar char="●"/>
            </a:pPr>
            <a:r>
              <a:rPr lang="en-US"/>
              <a:t>Clear and focused research question</a:t>
            </a:r>
            <a:br>
              <a:rPr lang="en-US"/>
            </a:br>
            <a:endParaRPr/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9285"/>
              <a:buChar char="●"/>
            </a:pPr>
            <a:r>
              <a:rPr lang="en-US"/>
              <a:t>Data exists and is accessible</a:t>
            </a:r>
            <a:br>
              <a:rPr lang="en-US"/>
            </a:br>
            <a:endParaRPr/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9285"/>
              <a:buChar char="●"/>
            </a:pPr>
            <a:r>
              <a:rPr lang="en-US"/>
              <a:t>A viable design or source of variation</a:t>
            </a:r>
            <a:br>
              <a:rPr lang="en-US"/>
            </a:br>
            <a:endParaRPr/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9285"/>
              <a:buChar char="●"/>
            </a:pPr>
            <a:r>
              <a:rPr lang="en-US"/>
              <a:t>Reasonable scope for one semester</a:t>
            </a:r>
            <a:br>
              <a:rPr lang="en-US"/>
            </a:br>
            <a:endParaRPr/>
          </a:p>
          <a:p>
            <a:pPr indent="-293211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39285"/>
              <a:buChar char="●"/>
            </a:pPr>
            <a:r>
              <a:rPr lang="en-US"/>
              <a:t>It’s economics (theory + causality)</a:t>
            </a:r>
            <a:br>
              <a:rPr lang="en-US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c4099de7f2_0_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scope matters</a:t>
            </a:r>
            <a:endParaRPr/>
          </a:p>
        </p:txBody>
      </p:sp>
      <p:sp>
        <p:nvSpPr>
          <p:cNvPr id="109" name="Google Shape;109;g3c4099de7f2_0_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Too big: you can’t finish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Too narrow: not enough to analyze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Good scope:</a:t>
            </a:r>
            <a:br>
              <a:rPr lang="en-US"/>
            </a:br>
            <a:r>
              <a:rPr lang="en-US"/>
              <a:t> • one main question</a:t>
            </a:r>
            <a:br>
              <a:rPr lang="en-US"/>
            </a:br>
            <a:r>
              <a:rPr lang="en-US"/>
              <a:t> • one dataset (or two compatible ones)</a:t>
            </a:r>
            <a:br>
              <a:rPr lang="en-US"/>
            </a:br>
            <a:r>
              <a:rPr lang="en-US"/>
              <a:t> • a clear empirical strategy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For example: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en-US"/>
              <a:t>“What drives unemployment?” is too big.</a:t>
            </a:r>
            <a:endParaRPr/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lang="en-US"/>
              <a:t>“Does getting fired vs. quitting affect </a:t>
            </a:r>
            <a:r>
              <a:rPr lang="en-US"/>
              <a:t>unemployment</a:t>
            </a:r>
            <a:r>
              <a:rPr lang="en-US"/>
              <a:t> duration?” might work (depending on data)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causality?</a:t>
            </a:r>
            <a:endParaRPr/>
          </a:p>
        </p:txBody>
      </p:sp>
      <p:sp>
        <p:nvSpPr>
          <p:cNvPr id="115" name="Google Shape;1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short: if x hadn’t happened, y wouldn’t have happened.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Not the same as x predicting 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Potential Outcomes</a:t>
            </a:r>
            <a:endParaRPr/>
          </a:p>
        </p:txBody>
      </p:sp>
      <p:sp>
        <p:nvSpPr>
          <p:cNvPr id="121" name="Google Shape;12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compare two states of the world: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Individual is treated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Individual is not treated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 reality, we can only ever observe one outcome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always lack data on the </a:t>
            </a:r>
            <a:r>
              <a:rPr i="1" lang="en-US"/>
              <a:t>counterfactual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Treatment Effects</a:t>
            </a:r>
            <a:endParaRPr/>
          </a:p>
        </p:txBody>
      </p:sp>
      <p:sp>
        <p:nvSpPr>
          <p:cNvPr id="127" name="Google Shape;12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64" r="0" t="-204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Average Treatment Effects</a:t>
            </a:r>
            <a:endParaRPr/>
          </a:p>
        </p:txBody>
      </p:sp>
      <p:sp>
        <p:nvSpPr>
          <p:cNvPr id="133" name="Google Shape;133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85" r="0" t="-263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can we do?</a:t>
            </a:r>
            <a:endParaRPr/>
          </a:p>
        </p:txBody>
      </p:sp>
      <p:sp>
        <p:nvSpPr>
          <p:cNvPr id="139" name="Google Shape;139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85" r="0" t="-263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Identification Problem</a:t>
            </a:r>
            <a:endParaRPr/>
          </a:p>
        </p:txBody>
      </p:sp>
      <p:sp>
        <p:nvSpPr>
          <p:cNvPr id="145" name="Google Shape;145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want to eliminate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Selection Bias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Heterogenous Treatment Effect Bias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 tend to focus on the first.</a:t>
            </a:r>
            <a:endParaRPr/>
          </a:p>
          <a:p>
            <a:pPr indent="-165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Today: make sure we have an identification strategy for your project.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Proposal Workshop</a:t>
            </a:r>
            <a:endParaRPr/>
          </a:p>
        </p:txBody>
      </p:sp>
      <p:sp>
        <p:nvSpPr>
          <p:cNvPr id="151" name="Google Shape;151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4099de7f2_0_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Sharpening your research question</a:t>
            </a:r>
            <a:endParaRPr/>
          </a:p>
        </p:txBody>
      </p:sp>
      <p:sp>
        <p:nvSpPr>
          <p:cNvPr id="157" name="Google Shape;157;g3c4099de7f2_0_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What outcome are you studying?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Why does it matter?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Who or what is affected? What is the causal relationship?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What variation might allow causal inference?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What data source could support this?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Rewrite your question to be </a:t>
            </a:r>
            <a:r>
              <a:rPr b="1" lang="en-US"/>
              <a:t>specific</a:t>
            </a:r>
            <a:r>
              <a:rPr lang="en-US"/>
              <a:t> and </a:t>
            </a:r>
            <a:r>
              <a:rPr b="1" lang="en-US"/>
              <a:t>testable.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4099de7f2_0_2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pitfalls to avoid</a:t>
            </a:r>
            <a:endParaRPr/>
          </a:p>
        </p:txBody>
      </p:sp>
      <p:sp>
        <p:nvSpPr>
          <p:cNvPr id="163" name="Google Shape;163;g3c4099de7f2_0_2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“I will solve X for the whole world”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“I will find the perfect dataset later”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“I will use machine learning/ econometrics” with no clear plan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Too many outcomes or treatments</a:t>
            </a:r>
            <a:br>
              <a:rPr lang="en-US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Available data can’t answer the question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4099de7f2_0_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Refining your question</a:t>
            </a:r>
            <a:endParaRPr/>
          </a:p>
        </p:txBody>
      </p:sp>
      <p:sp>
        <p:nvSpPr>
          <p:cNvPr id="169" name="Google Shape;169;g3c4099de7f2_0_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 great project starts with a clear question.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Spend the next ~20 minutes: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Write out a clear question (1-2 sentences)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Identify a dataset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Describe your identification strategy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c4099de7f2_0_5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Small Group Discussion</a:t>
            </a:r>
            <a:endParaRPr/>
          </a:p>
        </p:txBody>
      </p:sp>
      <p:sp>
        <p:nvSpPr>
          <p:cNvPr id="175" name="Google Shape;175;g3c4099de7f2_0_5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Share your question, dataset, and </a:t>
            </a:r>
            <a:r>
              <a:rPr lang="en-US"/>
              <a:t>identification</a:t>
            </a:r>
            <a:r>
              <a:rPr lang="en-US"/>
              <a:t> strategy with your group.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4099de7f2_0_44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Break time</a:t>
            </a:r>
            <a:endParaRPr/>
          </a:p>
        </p:txBody>
      </p:sp>
      <p:sp>
        <p:nvSpPr>
          <p:cNvPr id="181" name="Google Shape;181;g3c4099de7f2_0_44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Proposal Workshop</a:t>
            </a:r>
            <a:endParaRPr/>
          </a:p>
        </p:txBody>
      </p:sp>
      <p:sp>
        <p:nvSpPr>
          <p:cNvPr id="187" name="Google Shape;187;p1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40 min: Create a slide or slide(s) (two maximum) based on your project idea. Begin working on a proposal if you’re ready. Try to be detailed but succinct.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Make your slide(s) here: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https://tinyurl.com/692proposal</a:t>
            </a:r>
            <a:r>
              <a:rPr lang="en-US"/>
              <a:t>.</a:t>
            </a:r>
            <a:endParaRPr/>
          </a:p>
          <a:p>
            <a:pPr indent="-1905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Use template slide to check what to include - no need to explicitly include all headings.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We’ll be doing lightning presentations (3-minute timer) using these slides.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Consider writing a script - 3 </a:t>
            </a:r>
            <a:r>
              <a:rPr lang="en-US"/>
              <a:t>minutes is very little time.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c4099de7f2_0_60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Lightning presentations</a:t>
            </a:r>
            <a:endParaRPr/>
          </a:p>
        </p:txBody>
      </p:sp>
      <p:sp>
        <p:nvSpPr>
          <p:cNvPr id="193" name="Google Shape;193;g3c4099de7f2_0_60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4099de7f2_0_6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Week ahead</a:t>
            </a:r>
            <a:endParaRPr/>
          </a:p>
        </p:txBody>
      </p:sp>
      <p:sp>
        <p:nvSpPr>
          <p:cNvPr id="199" name="Google Shape;199;g3c4099de7f2_0_6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Submit Week 2 progress report by next Wednesday 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Submit Proposal by Friday (tomorrow!)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Next week’s class will be virtual - watch canvas for the zoom link.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2021-09-12T20:18:29Z</dcterms:created>
  <dc:creator>Microsoft Office User</dc:creator>
</cp:coreProperties>
</file>
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gao4bVeNfj3o2OBXkGwUAHX0n1/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223dd6f4c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223dd6f4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1f8746f9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c1f8746f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223dd6f4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223dd6f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223dd6f4c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c223dd6f4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223dd6f4c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c223dd6f4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10b3e5831f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110b3e5831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10b3e5831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g110b3e5831f_0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223dd6f4c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c223dd6f4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c223dd6f4c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c223dd6f4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223dd6f4c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c223dd6f4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c223dd6f4c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c223dd6f4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c223dd6f4c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c223dd6f4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223dd6f4c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c223dd6f4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data-is-plural.com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MSAE Capstone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January 29,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Course Overview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This course will be different from most of the others you’ve taken.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Limited lectures/ new information.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Focused on learning-by-doing.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Self-directed.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Project-centric.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223dd6f4c_0_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Today’s Agenda</a:t>
            </a:r>
            <a:endParaRPr/>
          </a:p>
        </p:txBody>
      </p:sp>
      <p:sp>
        <p:nvSpPr>
          <p:cNvPr id="97" name="Google Shape;97;g3c223dd6f4c_0_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Course Overview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What makes a good capstone project?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Individual brainstorming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Small group discussion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Research sprint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Second group discussion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Share-out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Weekly goal-setting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1f8746f9f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 Structure</a:t>
            </a:r>
            <a:endParaRPr/>
          </a:p>
        </p:txBody>
      </p:sp>
      <p:sp>
        <p:nvSpPr>
          <p:cNvPr id="103" name="Google Shape;103;g3c1f8746f9f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Class sessions will include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Mini-lectures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Peer feedback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Weekly sprints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Your grade will be determined by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Weekly progress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Five major milestones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Final Presentation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Please review the syllabus + canvas carefully for more details.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Project Requirements</a:t>
            </a: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Answer a research question.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Incorporate tools from economics (econometrics, economic theory, or both).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Include data analysis.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223dd6f4c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makes a good capstone </a:t>
            </a:r>
            <a:r>
              <a:rPr lang="en-US"/>
              <a:t>project?</a:t>
            </a:r>
            <a:endParaRPr/>
          </a:p>
        </p:txBody>
      </p:sp>
      <p:sp>
        <p:nvSpPr>
          <p:cNvPr id="115" name="Google Shape;115;g3c223dd6f4c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Feasible within one semester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Clear, answerable question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Available or obtainable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Potential for a credible identification strategy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Something you find genuinely interesting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Key requirement: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Must include causal identification, and ideally economic theory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Must be a novel project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223dd6f4c_0_1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Some examples of past projects</a:t>
            </a:r>
            <a:endParaRPr/>
          </a:p>
        </p:txBody>
      </p:sp>
      <p:sp>
        <p:nvSpPr>
          <p:cNvPr id="121" name="Google Shape;121;g3c223dd6f4c_0_1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Predicting MLB pitch choices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Skincare recommender system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Impact of marijuana legalization on drunk driving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Job remoteness and application interest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School districts/ interest rates and housing prices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Impact of weather on crop yields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Things to consider when choosing a project</a:t>
            </a:r>
            <a:endParaRPr/>
          </a:p>
        </p:txBody>
      </p:sp>
      <p:sp>
        <p:nvSpPr>
          <p:cNvPr id="127" name="Google Shape;12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What kind of job do you want?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What kind of skills to you want to strengthen?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Econometrics?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Economic Theory?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Coding? (Python? R? Java?)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What new skills do you want to learn?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Today: working individually and groups to organize thoughts on this.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Project Format</a:t>
            </a:r>
            <a:endParaRPr/>
          </a:p>
        </p:txBody>
      </p:sp>
      <p:sp>
        <p:nvSpPr>
          <p:cNvPr id="133" name="Google Shape;13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Most projects will take one of two forms: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research paper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portfolio project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If you have a different proposal, feel free to discuss with me.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c223dd6f4c_0_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Potential Data Sources</a:t>
            </a:r>
            <a:endParaRPr/>
          </a:p>
        </p:txBody>
      </p:sp>
      <p:sp>
        <p:nvSpPr>
          <p:cNvPr id="139" name="Google Shape;139;g3c223dd6f4c_0_1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Data is Plural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</a:pPr>
            <a:r>
              <a:rPr lang="en-US"/>
              <a:t>Government: BLS, Census, BEA, EPA, NOAA, CDC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</a:pPr>
            <a:r>
              <a:rPr lang="en-US"/>
              <a:t>Development: World Bank, DHS, FAOSTAT, UN Data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</a:pPr>
            <a:r>
              <a:rPr lang="en-US"/>
              <a:t>Cities: SF Open Data, NYC Open Data, Chicago, LA, Seattle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</a:pPr>
            <a:r>
              <a:rPr lang="en-US"/>
              <a:t>Tech/Econ: Google Trends, GitHub Archive, StackOverflow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</a:pPr>
            <a:r>
              <a:rPr lang="en-US"/>
              <a:t>Finance: Yahoo Finance, Quandl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</a:pPr>
            <a:r>
              <a:rPr lang="en-US"/>
              <a:t>Environment/Climate: NASA, Earth Engine, Global Forest Watch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</a:pPr>
            <a:r>
              <a:rPr lang="en-US"/>
              <a:t>Crime/Justice: FBI UCR, BJS, local PD portals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</a:pPr>
            <a:r>
              <a:rPr lang="en-US"/>
              <a:t>Urban: Uber Movement, GTFS, OpenStreetMap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</a:pPr>
            <a:r>
              <a:rPr lang="en-US"/>
              <a:t>Repositories: Harvard Dataverse, ICPSR, 538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10b3e5831f_0_5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Project Brainstorm</a:t>
            </a:r>
            <a:endParaRPr/>
          </a:p>
        </p:txBody>
      </p:sp>
      <p:sp>
        <p:nvSpPr>
          <p:cNvPr id="145" name="Google Shape;145;g110b3e5831f_0_5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10b3e5831f_0_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Brainstorm</a:t>
            </a:r>
            <a:endParaRPr/>
          </a:p>
        </p:txBody>
      </p:sp>
      <p:sp>
        <p:nvSpPr>
          <p:cNvPr id="151" name="Google Shape;151;g110b3e5831f_0_2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748"/>
              <a:buNone/>
            </a:pPr>
            <a:r>
              <a:rPr lang="en-US" sz="3051"/>
              <a:t>Write down for yourself answers to the following:</a:t>
            </a:r>
            <a:endParaRPr sz="3051"/>
          </a:p>
          <a:p>
            <a:pPr indent="-15738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051"/>
              <a:t>What kind of job do you want?</a:t>
            </a:r>
            <a:endParaRPr sz="3051"/>
          </a:p>
          <a:p>
            <a:pPr indent="-15738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051"/>
              <a:t>What kind of skills to you want to strengthen?</a:t>
            </a:r>
            <a:endParaRPr sz="3051"/>
          </a:p>
          <a:p>
            <a:pPr indent="-182784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051"/>
              <a:t>Econometrics?</a:t>
            </a:r>
            <a:endParaRPr sz="3051"/>
          </a:p>
          <a:p>
            <a:pPr indent="-182784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051"/>
              <a:t>Economic Theory?</a:t>
            </a:r>
            <a:endParaRPr sz="3051"/>
          </a:p>
          <a:p>
            <a:pPr indent="-182784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051"/>
              <a:t>Coding? (Python? R? Java?)</a:t>
            </a:r>
            <a:endParaRPr sz="3051"/>
          </a:p>
          <a:p>
            <a:pPr indent="-15738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051"/>
              <a:t>What new skills do you want to learn?</a:t>
            </a:r>
            <a:endParaRPr sz="3051"/>
          </a:p>
          <a:p>
            <a:pPr indent="-15738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 sz="3051"/>
              <a:t>Project ideas? </a:t>
            </a:r>
            <a:r>
              <a:rPr b="1" lang="en-US" sz="3051"/>
              <a:t>Identify 2+</a:t>
            </a:r>
            <a:endParaRPr b="1" sz="3051"/>
          </a:p>
          <a:p>
            <a:pPr indent="-335184" lvl="1" marL="914400" rtl="0" algn="l"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 sz="3051"/>
              <a:t>What topics in economics or policy interest you most?</a:t>
            </a:r>
            <a:endParaRPr sz="3051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5184" lvl="1" marL="914400" rtl="0" algn="l">
              <a:spcBef>
                <a:spcPts val="1200"/>
              </a:spcBef>
              <a:spcAft>
                <a:spcPts val="0"/>
              </a:spcAft>
              <a:buSzPct val="100000"/>
              <a:buChar char="•"/>
            </a:pPr>
            <a:r>
              <a:rPr lang="en-US" sz="3051"/>
              <a:t>What outcomes or variables are you curious about?</a:t>
            </a:r>
            <a:endParaRPr sz="3051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5184" lvl="1" marL="914400" rtl="0" algn="l">
              <a:spcBef>
                <a:spcPts val="1200"/>
              </a:spcBef>
              <a:spcAft>
                <a:spcPts val="0"/>
              </a:spcAft>
              <a:buSzPct val="100000"/>
              <a:buChar char="•"/>
            </a:pPr>
            <a:r>
              <a:rPr lang="en-US" sz="3051"/>
              <a:t>What puzzles or patterns have you noticed in prior coursework?</a:t>
            </a:r>
            <a:endParaRPr sz="3051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5184" lvl="1" marL="914400" rtl="0" algn="l">
              <a:spcBef>
                <a:spcPts val="1200"/>
              </a:spcBef>
              <a:spcAft>
                <a:spcPts val="0"/>
              </a:spcAft>
              <a:buSzPct val="100000"/>
              <a:buChar char="•"/>
            </a:pPr>
            <a:r>
              <a:rPr lang="en-US" sz="3051"/>
              <a:t>What data sources do you know or suspect exist?</a:t>
            </a:r>
            <a:endParaRPr sz="3051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5184" lvl="1" marL="914400" rtl="0" algn="l">
              <a:spcBef>
                <a:spcPts val="1200"/>
              </a:spcBef>
              <a:spcAft>
                <a:spcPts val="0"/>
              </a:spcAft>
              <a:buSzPct val="100000"/>
              <a:buChar char="•"/>
            </a:pPr>
            <a:r>
              <a:rPr lang="en-US" sz="3051"/>
              <a:t>What settings may produce useful variation?</a:t>
            </a:r>
            <a:endParaRPr sz="3051"/>
          </a:p>
          <a:p>
            <a:pPr indent="-335184" lvl="0" marL="457200" rtl="0" algn="l">
              <a:spcBef>
                <a:spcPts val="1200"/>
              </a:spcBef>
              <a:spcAft>
                <a:spcPts val="1200"/>
              </a:spcAft>
              <a:buSzPct val="100000"/>
              <a:buChar char="•"/>
            </a:pPr>
            <a:r>
              <a:rPr lang="en-US" sz="3051"/>
              <a:t>Where might you find data? How could you achieve causal </a:t>
            </a:r>
            <a:r>
              <a:rPr lang="en-US" sz="3051"/>
              <a:t>identification</a:t>
            </a:r>
            <a:r>
              <a:rPr lang="en-US" sz="3051"/>
              <a:t>?</a:t>
            </a:r>
            <a:endParaRPr sz="305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223dd6f4c_0_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Small Group Discussion</a:t>
            </a:r>
            <a:endParaRPr/>
          </a:p>
        </p:txBody>
      </p:sp>
      <p:sp>
        <p:nvSpPr>
          <p:cNvPr id="157" name="Google Shape;157;g3c223dd6f4c_0_2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Introduce yourselves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Share ideas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Discuss data/ identification possibilities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Try to narrow down your options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223dd6f4c_0_31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Time for a break</a:t>
            </a:r>
            <a:endParaRPr/>
          </a:p>
        </p:txBody>
      </p:sp>
      <p:sp>
        <p:nvSpPr>
          <p:cNvPr id="163" name="Google Shape;163;g3c223dd6f4c_0_31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c223dd6f4c_0_3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Research Sprint</a:t>
            </a:r>
            <a:endParaRPr/>
          </a:p>
        </p:txBody>
      </p:sp>
      <p:sp>
        <p:nvSpPr>
          <p:cNvPr id="169" name="Google Shape;169;g3c223dd6f4c_0_3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Pick 1-2 ideas to explore more deeply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What datasets could you realistically obtain?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Sketch a DAG describing an </a:t>
            </a:r>
            <a:r>
              <a:rPr lang="en-US"/>
              <a:t>identification</a:t>
            </a:r>
            <a:r>
              <a:rPr lang="en-US"/>
              <a:t> strategy (or describe it some other way)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Download a dataset if you can!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List likely challenges/ uncertainties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c223dd6f4c_0_4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Small Group Discussion</a:t>
            </a:r>
            <a:endParaRPr/>
          </a:p>
        </p:txBody>
      </p:sp>
      <p:sp>
        <p:nvSpPr>
          <p:cNvPr id="175" name="Google Shape;175;g3c223dd6f4c_0_4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Find a group of mostly NEW people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Present your refined ideas from the sprint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Focus on technical stuff: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Identification strategies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Data Sources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Potential Roadblocks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For each person, identify a set of next steps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c223dd6f4c_0_4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Share-out</a:t>
            </a:r>
            <a:endParaRPr/>
          </a:p>
        </p:txBody>
      </p:sp>
      <p:sp>
        <p:nvSpPr>
          <p:cNvPr id="181" name="Google Shape;181;g3c223dd6f4c_0_4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Briefly describe your top idea and next steps to the class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Mention any questions or areas where you’d like feedback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223dd6f4c_0_5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Last step</a:t>
            </a:r>
            <a:endParaRPr/>
          </a:p>
        </p:txBody>
      </p:sp>
      <p:sp>
        <p:nvSpPr>
          <p:cNvPr id="187" name="Google Shape;187;g3c223dd6f4c_0_5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Open this week’s Weekly Progress Report on Canvas.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Write out your goals to be due next Wednesday by midnight.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Update that document with your progress by Wednesday at midnight.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2021-01-27T17:30:46Z</dcterms:created>
  <dc:creator>Microsoft Office User</dc:creator>
</cp:coreProperties>
</file>